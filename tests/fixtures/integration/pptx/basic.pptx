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6_EF12CCAC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7" r:id="rId2"/>
    <p:sldId id="258" r:id="rId3"/>
    <p:sldId id="259" r:id="rId4"/>
    <p:sldId id="260" r:id="rId5"/>
    <p:sldId id="261" r:id="rId6"/>
    <p:sldId id="262" r:id="rId7"/>
    <p:sldId id="264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6AF5E41-902B-1056-47EF-CEA8025B62D5}" name="Kruthoff, Nils" initials="NK" userId="S::nils.kruthoff@iu-study.org::9b9b4e9a-bbb3-4541-943b-c53e532aa73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1416" y="9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8/10/relationships/authors" Target="authors.xml"/></Relationships>
</file>

<file path=ppt/comments/modernComment_106_EF12CCA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323C402-AE77-4765-A282-91431275213D}" authorId="{D6AF5E41-902B-1056-47EF-CEA8025B62D5}" created="2026-07-12T22:26:25.163">
    <pc:sldMkLst xmlns:pc="http://schemas.microsoft.com/office/powerpoint/2013/main/command">
      <pc:docMk/>
      <pc:sldMk cId="4010986668" sldId="262"/>
    </pc:sldMkLst>
    <p188:txBody>
      <a:bodyPr/>
      <a:lstStyle/>
      <a:p>
        <a:r>
          <a:rPr lang="de-DE"/>
          <a:t>Comment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3BA8A1-DF13-4BD8-B76C-CD685F1F205F}" type="datetimeFigureOut">
              <a:rPr lang="de-DE" smtClean="0"/>
              <a:t>14.07.2026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AA141C-8712-49A8-8B9E-A611B39306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27485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Speaker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notes</a:t>
            </a:r>
            <a:endParaRPr lang="de-DE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AA141C-8712-49A8-8B9E-A611B393066B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612872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4B6194-D904-F5FF-7C58-B99004E93B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CDCAF36-68BD-15E8-F1DA-61E31019B3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C28EDBB-2C85-E893-2B5B-3886C2EC83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2E68A-3362-4143-9501-ACA13EC97928}" type="datetimeFigureOut">
              <a:rPr lang="de-DE" smtClean="0"/>
              <a:t>14.07.2026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ECB522A-8B77-4A03-965B-0326FFAC4B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E2401A6-9F64-7805-8449-D669992203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9946-D207-411B-BE69-28E29FC9F9C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272433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E1B6D4-EAA5-08ED-E2FF-97A77C694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C25AE2-1EB6-AAC9-79BA-F73BB2B6D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713C5F-D8A8-B185-9F52-D583A5D85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2E68A-3362-4143-9501-ACA13EC97928}" type="datetimeFigureOut">
              <a:rPr lang="de-DE" smtClean="0"/>
              <a:t>14.07.2026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3518CAA-2F7B-D994-5430-714C1023E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A6600FE-8449-ED4F-DAA7-B52BF761E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9946-D207-411B-BE69-28E29FC9F9C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63937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04747D-3CDB-3040-9AA1-135F5E5C8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58C3186-0A1C-7610-4D11-262D5A874B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ABB1C40-6E1A-D32A-95FA-14AF13855E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2E68A-3362-4143-9501-ACA13EC97928}" type="datetimeFigureOut">
              <a:rPr lang="de-DE" smtClean="0"/>
              <a:t>14.07.2026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1F7FB40-DF59-8885-27B6-14B070229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5EBA7E-CC92-D615-FA1A-3818F3135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9946-D207-411B-BE69-28E29FC9F9C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862853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762A2D-7943-A706-F8E7-6699EEC6B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9A09FD-379D-E695-B4FD-A25CD386EC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631BCB6-E21D-1F7B-C9CB-3B6F9B9845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3FA8EFC-62EE-3934-A727-AD021E3F45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2E68A-3362-4143-9501-ACA13EC97928}" type="datetimeFigureOut">
              <a:rPr lang="de-DE" smtClean="0"/>
              <a:t>14.07.2026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C8F0473-06C8-8028-CEC3-984A21DA4C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F140FAA-0A14-504E-2FCA-D9344F649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9946-D207-411B-BE69-28E29FC9F9C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395048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776951-E3FA-898A-0852-4180769167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5237A5D-19DE-31A6-2A8E-AC885E8CF3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9361811-FF5B-B9F1-33E2-C2408BE28D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6F9A904-0EC7-71E1-C3AD-09A7BCA4C4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DDB2CBD-8B68-467D-E668-3125E3F323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5F68881-BE54-B320-FF1C-AB485E9C9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2E68A-3362-4143-9501-ACA13EC97928}" type="datetimeFigureOut">
              <a:rPr lang="de-DE" smtClean="0"/>
              <a:t>14.07.2026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B3303084-D27D-6F62-0DC6-0242DBDAE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920ED76-D23D-BA4F-E6A7-F7CE2546BC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9946-D207-411B-BE69-28E29FC9F9C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005259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BC657E-7574-9BF5-47C4-8C708D58B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E7A3442-0726-0A2A-08C5-8B92B9AE9E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2E68A-3362-4143-9501-ACA13EC97928}" type="datetimeFigureOut">
              <a:rPr lang="de-DE" smtClean="0"/>
              <a:t>14.07.2026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46E6BE1-949B-6742-6E07-4DB85715B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56C2E83-9C06-7124-7722-9092E20B9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9946-D207-411B-BE69-28E29FC9F9C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699477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BA7C1D6-889D-46E2-686D-73BACD371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2E68A-3362-4143-9501-ACA13EC97928}" type="datetimeFigureOut">
              <a:rPr lang="de-DE" smtClean="0"/>
              <a:t>14.07.2026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AD530734-F04E-38B6-CC44-0D37A9AEB9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EC776D1-0B3A-1C64-526A-E4E94DEDE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9946-D207-411B-BE69-28E29FC9F9C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593601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1B3164-4A65-05A1-AC20-5A77EB2AC6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EC6CC17-2738-C361-70C7-22800DAF5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6163434-4ABD-6A36-3471-65DCA0D512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53F7727-A799-07D5-8D4C-2F0984C97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2E68A-3362-4143-9501-ACA13EC97928}" type="datetimeFigureOut">
              <a:rPr lang="de-DE" smtClean="0"/>
              <a:t>14.07.2026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6B64B89-0682-E122-35A3-BB0E44753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CE6F002-5211-42E1-5E0F-52441C4D2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9946-D207-411B-BE69-28E29FC9F9C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69240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0C9CFF-B1E7-AB46-0705-28266A260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D299A968-782E-0BF3-8056-F467CD3F86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5CB4774-B0A8-AE2D-4974-89F8C45444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EA4944C-9DE7-D675-F239-BE2E33B24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2E68A-3362-4143-9501-ACA13EC97928}" type="datetimeFigureOut">
              <a:rPr lang="de-DE" smtClean="0"/>
              <a:t>14.07.2026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53FFB05-1FAD-1910-EE7A-9E4246D54C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5357F33-0400-5E02-D8F1-EFC70CF0B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9946-D207-411B-BE69-28E29FC9F9C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81698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5E05D5-6EB4-44BA-533E-C5F088483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1A3E4BF-AAD7-B791-40C4-D2EBDD9381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28131D0-6D44-C67A-BF72-9CFCA36AF7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2E68A-3362-4143-9501-ACA13EC97928}" type="datetimeFigureOut">
              <a:rPr lang="de-DE" smtClean="0"/>
              <a:t>14.07.2026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20CD3FE-A396-7A8A-0AFE-BFE57D2A0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D82E53-8C9F-4133-DB19-33AA5F37E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9946-D207-411B-BE69-28E29FC9F9C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1506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DE49C7B9-C8FE-7DC8-BBC8-F1CEC9EAF0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EF0792F-E2BF-1BD5-F2A1-23DBD79972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02A8727-CB4B-6201-4E98-6DB0B4D93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2E68A-3362-4143-9501-ACA13EC97928}" type="datetimeFigureOut">
              <a:rPr lang="de-DE" smtClean="0"/>
              <a:t>14.07.2026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AD69B7-CD28-20E3-094E-355C99747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ABDA467-A4D3-0483-2F67-8D304C0F4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9946-D207-411B-BE69-28E29FC9F9C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192246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DA1A212A-625C-7A31-DC52-F3A0398C1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A97BC70-5F15-4E25-274C-A90B4BF085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DD6BD38-64AA-D12B-EAE2-A902B50B81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12E68A-3362-4143-9501-ACA13EC97928}" type="datetimeFigureOut">
              <a:rPr lang="de-DE" smtClean="0"/>
              <a:t>14.07.2026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742A92-8832-DB12-2E7F-AF09002F01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42DB6A6-B18C-6D14-48BA-0996757B85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879946-D207-411B-BE69-28E29FC9F9C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8204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ilskruthoff/pptx-parser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ilskruthoff/pptx-parser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6_EF12CCAC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7D5914-FFC7-9FFE-7B20-60682BA0A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PPTX Parser </a:t>
            </a:r>
            <a:r>
              <a:rPr lang="de-DE" dirty="0" err="1"/>
              <a:t>Fixtures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95F79A3-8E21-8CB1-C94F-FF785C1837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/>
              <a:t>Plain </a:t>
            </a:r>
            <a:r>
              <a:rPr lang="de-DE" dirty="0" err="1"/>
              <a:t>paragraph</a:t>
            </a:r>
            <a:endParaRPr lang="de-DE" dirty="0"/>
          </a:p>
          <a:p>
            <a:pPr marL="0" indent="0">
              <a:buNone/>
            </a:pPr>
            <a:r>
              <a:rPr lang="de-DE" b="1" dirty="0" err="1"/>
              <a:t>Bold</a:t>
            </a:r>
            <a:r>
              <a:rPr lang="de-DE" b="1" dirty="0"/>
              <a:t> </a:t>
            </a:r>
            <a:r>
              <a:rPr lang="de-DE" b="1" dirty="0" err="1"/>
              <a:t>text</a:t>
            </a:r>
            <a:endParaRPr lang="de-DE" dirty="0"/>
          </a:p>
          <a:p>
            <a:pPr marL="0" indent="0">
              <a:buNone/>
            </a:pPr>
            <a:r>
              <a:rPr lang="de-DE" i="1" dirty="0"/>
              <a:t>Italic </a:t>
            </a:r>
            <a:r>
              <a:rPr lang="de-DE" i="1" dirty="0" err="1"/>
              <a:t>text</a:t>
            </a:r>
            <a:endParaRPr lang="de-DE" dirty="0"/>
          </a:p>
          <a:p>
            <a:pPr marL="0" indent="0">
              <a:buNone/>
            </a:pPr>
            <a:r>
              <a:rPr lang="de-DE" u="sng" dirty="0" err="1"/>
              <a:t>Underlined</a:t>
            </a:r>
            <a:r>
              <a:rPr lang="de-DE" u="sng" dirty="0"/>
              <a:t> </a:t>
            </a:r>
            <a:r>
              <a:rPr lang="de-DE" u="sng" dirty="0" err="1"/>
              <a:t>text</a:t>
            </a:r>
            <a:endParaRPr lang="de-DE" dirty="0"/>
          </a:p>
          <a:p>
            <a:pPr marL="0" indent="0">
              <a:buNone/>
            </a:pPr>
            <a:r>
              <a:rPr lang="de-DE" b="1" i="1" dirty="0" err="1"/>
              <a:t>Bold</a:t>
            </a:r>
            <a:r>
              <a:rPr lang="de-DE" b="1" i="1" dirty="0"/>
              <a:t> and </a:t>
            </a:r>
            <a:r>
              <a:rPr lang="de-DE" b="1" i="1" dirty="0" err="1"/>
              <a:t>italic</a:t>
            </a:r>
            <a:r>
              <a:rPr lang="de-DE" b="1" i="1" dirty="0"/>
              <a:t> </a:t>
            </a:r>
            <a:r>
              <a:rPr lang="de-DE" b="1" i="1" dirty="0" err="1"/>
              <a:t>text</a:t>
            </a:r>
            <a:endParaRPr lang="de-DE" b="1" i="1" dirty="0"/>
          </a:p>
        </p:txBody>
      </p:sp>
    </p:spTree>
    <p:extLst>
      <p:ext uri="{BB962C8B-B14F-4D97-AF65-F5344CB8AC3E}">
        <p14:creationId xmlns:p14="http://schemas.microsoft.com/office/powerpoint/2010/main" val="2393947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5B50FB-FE33-3486-4FB7-92938A59C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43F4024-721C-AF0A-4BC8-8731694C82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First </a:t>
            </a:r>
            <a:r>
              <a:rPr lang="de-DE" dirty="0" err="1"/>
              <a:t>bullet</a:t>
            </a:r>
            <a:endParaRPr lang="de-DE" dirty="0"/>
          </a:p>
          <a:p>
            <a:r>
              <a:rPr lang="de-DE" dirty="0"/>
              <a:t>Second </a:t>
            </a:r>
            <a:r>
              <a:rPr lang="de-DE" dirty="0" err="1"/>
              <a:t>bullet</a:t>
            </a:r>
            <a:endParaRPr lang="de-DE" dirty="0"/>
          </a:p>
          <a:p>
            <a:pPr lvl="1"/>
            <a:r>
              <a:rPr lang="de-DE" dirty="0" err="1"/>
              <a:t>Nested</a:t>
            </a:r>
            <a:r>
              <a:rPr lang="de-DE" dirty="0"/>
              <a:t> </a:t>
            </a:r>
            <a:r>
              <a:rPr lang="de-DE" dirty="0" err="1"/>
              <a:t>bullet</a:t>
            </a:r>
            <a:endParaRPr lang="de-DE" dirty="0"/>
          </a:p>
          <a:p>
            <a:r>
              <a:rPr lang="de-DE" dirty="0">
                <a:hlinkClick r:id="rId2"/>
              </a:rPr>
              <a:t>Link </a:t>
            </a:r>
            <a:r>
              <a:rPr lang="de-DE" dirty="0" err="1">
                <a:hlinkClick r:id="rId2"/>
              </a:rPr>
              <a:t>bullet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First </a:t>
            </a:r>
            <a:r>
              <a:rPr lang="de-DE" dirty="0" err="1"/>
              <a:t>number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Second </a:t>
            </a:r>
            <a:r>
              <a:rPr lang="de-DE" dirty="0" err="1"/>
              <a:t>number</a:t>
            </a:r>
            <a:endParaRPr lang="de-DE" dirty="0"/>
          </a:p>
          <a:p>
            <a:pPr marL="971550" lvl="1" indent="-514350">
              <a:buFont typeface="+mj-lt"/>
              <a:buAutoNum type="arabicPeriod"/>
            </a:pPr>
            <a:r>
              <a:rPr lang="de-DE" dirty="0" err="1"/>
              <a:t>Nested</a:t>
            </a:r>
            <a:r>
              <a:rPr lang="de-DE" dirty="0"/>
              <a:t> </a:t>
            </a:r>
            <a:r>
              <a:rPr lang="de-DE" dirty="0" err="1"/>
              <a:t>number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18725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21C671-E6B3-7F48-7B4A-39EC41588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Tables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CE3BC81B-B9EF-9119-62F5-9AD5190B462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61539675"/>
              </p:ext>
            </p:extLst>
          </p:nvPr>
        </p:nvGraphicFramePr>
        <p:xfrm>
          <a:off x="838200" y="1825625"/>
          <a:ext cx="10515597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453356192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2936851930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7574354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Heading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Heading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Heading 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0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C1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4915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A2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hlinkClick r:id="rId2"/>
                        </a:rPr>
                        <a:t>C2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49393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360435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C4E6B8-52C0-5BAC-43F3-B5EA8D17D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Grouped</a:t>
            </a:r>
            <a:r>
              <a:rPr lang="de-DE" dirty="0"/>
              <a:t> </a:t>
            </a:r>
            <a:r>
              <a:rPr lang="de-DE" dirty="0" err="1"/>
              <a:t>elements</a:t>
            </a:r>
            <a:endParaRPr lang="de-DE" dirty="0"/>
          </a:p>
        </p:txBody>
      </p: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46519755-F21A-273A-1870-8011D71D9DBE}"/>
              </a:ext>
            </a:extLst>
          </p:cNvPr>
          <p:cNvGrpSpPr/>
          <p:nvPr/>
        </p:nvGrpSpPr>
        <p:grpSpPr>
          <a:xfrm>
            <a:off x="676656" y="1690688"/>
            <a:ext cx="5175504" cy="1467564"/>
            <a:chOff x="768096" y="1690688"/>
            <a:chExt cx="5175504" cy="1467564"/>
          </a:xfrm>
        </p:grpSpPr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42390A8F-B63C-F5C3-615C-7F36D65D2DC4}"/>
                </a:ext>
              </a:extLst>
            </p:cNvPr>
            <p:cNvSpPr txBox="1"/>
            <p:nvPr/>
          </p:nvSpPr>
          <p:spPr>
            <a:xfrm>
              <a:off x="838200" y="1690688"/>
              <a:ext cx="418185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2800" b="1" dirty="0" err="1"/>
                <a:t>Grouped</a:t>
              </a:r>
              <a:r>
                <a:rPr lang="de-DE" sz="2800" b="1" dirty="0"/>
                <a:t> Heading</a:t>
              </a:r>
            </a:p>
          </p:txBody>
        </p:sp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6F0A8DCF-6F51-4419-4066-1C72200D887C}"/>
                </a:ext>
              </a:extLst>
            </p:cNvPr>
            <p:cNvSpPr txBox="1"/>
            <p:nvPr/>
          </p:nvSpPr>
          <p:spPr>
            <a:xfrm>
              <a:off x="768096" y="2788920"/>
              <a:ext cx="51755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 err="1"/>
                <a:t>Grouped</a:t>
              </a:r>
              <a:r>
                <a:rPr lang="de-DE" dirty="0"/>
                <a:t> Body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055070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C767C3-D2B9-E90A-00D7-65A04593F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Sorting</a:t>
            </a:r>
            <a:r>
              <a:rPr lang="de-DE" dirty="0"/>
              <a:t> and </a:t>
            </a:r>
            <a:r>
              <a:rPr lang="de-DE" dirty="0" err="1"/>
              <a:t>empty</a:t>
            </a:r>
            <a:r>
              <a:rPr lang="de-DE" dirty="0"/>
              <a:t> </a:t>
            </a:r>
            <a:r>
              <a:rPr lang="de-DE" dirty="0" err="1"/>
              <a:t>content</a:t>
            </a:r>
            <a:br>
              <a:rPr lang="de-DE" dirty="0"/>
            </a:b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4480FEF-5AB5-0723-ADCA-6713E9FB8CCA}"/>
              </a:ext>
            </a:extLst>
          </p:cNvPr>
          <p:cNvSpPr txBox="1"/>
          <p:nvPr/>
        </p:nvSpPr>
        <p:spPr>
          <a:xfrm>
            <a:off x="561474" y="1459832"/>
            <a:ext cx="8598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First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D368337-76FC-2E44-A7F8-FF359FE6EB66}"/>
              </a:ext>
            </a:extLst>
          </p:cNvPr>
          <p:cNvSpPr txBox="1"/>
          <p:nvPr/>
        </p:nvSpPr>
        <p:spPr>
          <a:xfrm>
            <a:off x="561474" y="2310063"/>
            <a:ext cx="80852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Second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DD49BE9-B0CF-D29B-C5F9-D021577C3E83}"/>
              </a:ext>
            </a:extLst>
          </p:cNvPr>
          <p:cNvSpPr txBox="1"/>
          <p:nvPr/>
        </p:nvSpPr>
        <p:spPr>
          <a:xfrm>
            <a:off x="561474" y="5342021"/>
            <a:ext cx="84381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Third</a:t>
            </a:r>
          </a:p>
        </p:txBody>
      </p:sp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8C1E3B2E-AA8F-DCAD-F6A2-E1BDD39FD2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2573945"/>
              </p:ext>
            </p:extLst>
          </p:nvPr>
        </p:nvGraphicFramePr>
        <p:xfrm>
          <a:off x="561474" y="3436926"/>
          <a:ext cx="8127999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43079350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043359094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1066845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Left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Right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49880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Middle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87918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2762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098666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6DA9DF9-31F7-4056-B42E-878CC92417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0340BC9-99C6-15F7-EF80-7D994E78B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8" y="643467"/>
            <a:ext cx="4620584" cy="456713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Image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4B856DB-9B3D-21A7-B81C-929CD8B399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68" r="-3" b="5857"/>
          <a:stretch>
            <a:fillRect/>
          </a:stretch>
        </p:blipFill>
        <p:spPr>
          <a:xfrm>
            <a:off x="6229215" y="10"/>
            <a:ext cx="5962785" cy="6857990"/>
          </a:xfrm>
          <a:custGeom>
            <a:avLst/>
            <a:gdLst/>
            <a:ahLst/>
            <a:cxnLst/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7926388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64</Words>
  <Application>Microsoft Office PowerPoint</Application>
  <PresentationFormat>Breitbild</PresentationFormat>
  <Paragraphs>38</Paragraphs>
  <Slides>7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</vt:lpstr>
      <vt:lpstr>PPTX Parser Fixtures</vt:lpstr>
      <vt:lpstr>Lists</vt:lpstr>
      <vt:lpstr>Tables</vt:lpstr>
      <vt:lpstr>Grouped elements</vt:lpstr>
      <vt:lpstr>Sorting and empty content </vt:lpstr>
      <vt:lpstr>PowerPoint-Präsentation</vt:lpstr>
      <vt:lpstr>Image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Kruthoff, Nils</dc:creator>
  <cp:lastModifiedBy>Kruthoff, Nils</cp:lastModifiedBy>
  <cp:revision>5</cp:revision>
  <dcterms:created xsi:type="dcterms:W3CDTF">2026-07-12T19:51:38Z</dcterms:created>
  <dcterms:modified xsi:type="dcterms:W3CDTF">2026-07-14T12:01:17Z</dcterms:modified>
</cp:coreProperties>
</file>